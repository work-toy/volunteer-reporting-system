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瑜 鲁" userId="eb8d66e65150ddf4" providerId="LiveId" clId="{2FC1EBA9-07D9-40FC-BF69-77B88B962A64}"/>
    <pc:docChg chg="undo custSel modSld">
      <pc:chgData name="瑜 鲁" userId="eb8d66e65150ddf4" providerId="LiveId" clId="{2FC1EBA9-07D9-40FC-BF69-77B88B962A64}" dt="2026-07-11T07:42:58.584" v="13" actId="20577"/>
      <pc:docMkLst>
        <pc:docMk/>
      </pc:docMkLst>
      <pc:sldChg chg="modSp mod">
        <pc:chgData name="瑜 鲁" userId="eb8d66e65150ddf4" providerId="LiveId" clId="{2FC1EBA9-07D9-40FC-BF69-77B88B962A64}" dt="2026-07-11T07:42:58.584" v="13" actId="20577"/>
        <pc:sldMkLst>
          <pc:docMk/>
          <pc:sldMk cId="0" sldId="256"/>
        </pc:sldMkLst>
        <pc:spChg chg="mod">
          <ac:chgData name="瑜 鲁" userId="eb8d66e65150ddf4" providerId="LiveId" clId="{2FC1EBA9-07D9-40FC-BF69-77B88B962A64}" dt="2026-07-11T07:42:58.584" v="13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瑜 鲁" userId="eb8d66e65150ddf4" providerId="LiveId" clId="{2FC1EBA9-07D9-40FC-BF69-77B88B962A64}" dt="2026-07-11T07:42:26.796" v="4" actId="1076"/>
        <pc:sldMkLst>
          <pc:docMk/>
          <pc:sldMk cId="0" sldId="274"/>
        </pc:sldMkLst>
        <pc:spChg chg="mod">
          <ac:chgData name="瑜 鲁" userId="eb8d66e65150ddf4" providerId="LiveId" clId="{2FC1EBA9-07D9-40FC-BF69-77B88B962A64}" dt="2026-07-11T07:42:21.252" v="3" actId="1076"/>
          <ac:spMkLst>
            <pc:docMk/>
            <pc:sldMk cId="0" sldId="274"/>
            <ac:spMk id="28" creationId="{00000000-0000-0000-0000-000000000000}"/>
          </ac:spMkLst>
        </pc:spChg>
        <pc:spChg chg="mod">
          <ac:chgData name="瑜 鲁" userId="eb8d66e65150ddf4" providerId="LiveId" clId="{2FC1EBA9-07D9-40FC-BF69-77B88B962A64}" dt="2026-07-11T07:42:26.796" v="4" actId="1076"/>
          <ac:spMkLst>
            <pc:docMk/>
            <pc:sldMk cId="0" sldId="274"/>
            <ac:spMk id="29" creationId="{00000000-0000-0000-0000-000000000000}"/>
          </ac:spMkLst>
        </pc:spChg>
        <pc:spChg chg="mod">
          <ac:chgData name="瑜 鲁" userId="eb8d66e65150ddf4" providerId="LiveId" clId="{2FC1EBA9-07D9-40FC-BF69-77B88B962A64}" dt="2026-07-11T07:42:14.651" v="0" actId="1076"/>
          <ac:spMkLst>
            <pc:docMk/>
            <pc:sldMk cId="0" sldId="274"/>
            <ac:spMk id="3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zh-CN" altLang="en-US" sz="1300" b="0" i="0" u="none" strike="noStrike">
                <a:solidFill>
                  <a:srgbClr val="065A82"/>
                </a:solidFill>
                <a:latin typeface="Arial"/>
              </a:rPr>
              <a:t>各成员</a:t>
            </a:r>
            <a:r>
              <a:rPr lang="en-US" altLang="zh-CN" sz="1300" b="0" i="0" u="none" strike="noStrike">
                <a:solidFill>
                  <a:srgbClr val="065A82"/>
                </a:solidFill>
                <a:latin typeface="Arial"/>
              </a:rPr>
              <a:t>Bug</a:t>
            </a:r>
            <a:r>
              <a:rPr lang="zh-CN" altLang="en-US" sz="1300" b="0" i="0" u="none" strike="noStrike">
                <a:solidFill>
                  <a:srgbClr val="065A82"/>
                </a:solidFill>
                <a:latin typeface="Arial"/>
              </a:rPr>
              <a:t>修复数量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Bug数量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彭超 (后端)</c:v>
                </c:pt>
                <c:pt idx="1">
                  <c:v>方禹程 (前端)</c:v>
                </c:pt>
                <c:pt idx="2">
                  <c:v>鲁瑜 (数据库)</c:v>
                </c:pt>
                <c:pt idx="3">
                  <c:v>张雨彤 (产品)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82-45B4-9A91-C3F11956BC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15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20116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你说的都队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高考志愿辅助填报系统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Gaokao Volunteer Filing Assistant 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36576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212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王宇涵  项目经理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5212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张雨彤  产品经理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5212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彭超</a:t>
            </a:r>
            <a:r>
              <a:rPr lang="zh-CN" alt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（队长）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后端开发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623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方禹程  前端开发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5623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鲁瑜  数据库设计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2026年7月12日  答辩汇报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面向高考考生及家长的智能化志愿填报辅助工具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基于历年录取数据提供精准推荐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通过风险预警算法自动识别志愿梯度问题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全流程覆盖：成绩录入 → 估分推荐 → 志愿填报 → 风险检查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371600"/>
            <a:ext cx="54864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187452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数据驱动：基于历年录取分数与位次精准推荐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智能分析：风险预警算法自动识别梯度问题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角色分离：考生自主填报，管理员维护基础数据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三天冲刺：7月8日立项 → 7月12日答辩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023360"/>
            <a:ext cx="20116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06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所高校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0" y="40233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0" y="402336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4206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274320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个专业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40233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4023360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4206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02920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条录取数据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0" y="40233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402336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206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731520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篇填报技巧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01200" y="40233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01200" y="402336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4206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60120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条Bug修复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演示流程：登录 → 录入成绩 → 查看推荐 → 模拟填报 → 风险预警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  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(App Router)</a:t>
            </a: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React 19  |  TypeScript  |  Tailwind CSS 4  |  Zustand  |  Lucide Icons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2834640"/>
            <a:ext cx="0" cy="36576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29184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91840"/>
            <a:ext cx="73152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  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  |  FastAPI</a:t>
            </a: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SQLAlchemy (asyncio)  |  aiomysql  |  JWT (python-jose)  |  passlib[bcrypt]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4754880"/>
            <a:ext cx="0" cy="36576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5212080"/>
            <a:ext cx="73152" cy="1371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数据库层  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10张核心表  |  1个视图  |  1个存储过程  |  utf8mb4编码  |  InnoDB引擎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团队分工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24028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22402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982980" y="1645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王宇涵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项目经理 (PM)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" y="3337560"/>
            <a:ext cx="10972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Bug: 统筹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84048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统筹全局、时间节点把控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每日站会主持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联调测试、验收修复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答辩演练组织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1371600"/>
            <a:ext cx="224028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1371600"/>
            <a:ext cx="22402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360420" y="1645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36042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65176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张雨彤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5176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产品经理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23260" y="3337560"/>
            <a:ext cx="10972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322326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Bug: 2条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88920" y="384048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需求精简、原型出图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功能优先级排序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需求文档维护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Bug台账管理 (2条)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1371600"/>
            <a:ext cx="224028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1371600"/>
            <a:ext cx="224028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Shape 24"/>
          <p:cNvSpPr/>
          <p:nvPr/>
        </p:nvSpPr>
        <p:spPr>
          <a:xfrm>
            <a:off x="5737860" y="164592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7" name="Text 25"/>
          <p:cNvSpPr/>
          <p:nvPr/>
        </p:nvSpPr>
        <p:spPr>
          <a:xfrm>
            <a:off x="57378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彭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02920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彭超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00700" y="3337560"/>
            <a:ext cx="10972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560070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Bug: 22条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384048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7个API路由模块开发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认证/志愿填报/高校信息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成绩录入/专业/留言/技巧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Bug修复 (22条)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1371600"/>
            <a:ext cx="224028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06640" y="1371600"/>
            <a:ext cx="224028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5" name="Shape 33"/>
          <p:cNvSpPr/>
          <p:nvPr/>
        </p:nvSpPr>
        <p:spPr>
          <a:xfrm>
            <a:off x="8115300" y="1645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811530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40664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方禹程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0664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78140" y="3337560"/>
            <a:ext cx="10972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797814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Bug: 4条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43800" y="384048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15前端工程搭建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全部页面开发与交互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UI组件库封装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Bug修复 (4条)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784080" y="1371600"/>
            <a:ext cx="224028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784080" y="1371600"/>
            <a:ext cx="22402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92740" y="164592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1049274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鲁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978408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鲁瑜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78408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355580" y="3337560"/>
            <a:ext cx="10972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1035558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Bug: 3条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921240" y="3840480"/>
            <a:ext cx="1965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10张表结构设计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存储过程与视图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种子数据导入(112所院校)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Bug修复 (3条)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王宇涵  |  项目经理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项目管理与统筹协调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项目进度把控 · 团队协作 · 联调验收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7432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项目管理与统筹协调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2743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三天冲刺计划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(7/8)：基础搭建 - 建表、框架搭建、登录注册联调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(7/9)：核心功能 - 成绩录入、院校库、推荐引擎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(7/10)：收尾完善 - 志愿填报、风险预警、联调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7/11：答辩PPT制作、演示脚本、模拟答辩演练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56692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1371600"/>
            <a:ext cx="54864" cy="2743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48132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PM核心职责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5257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统筹全局，把控关键时间节点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主持每日站会，跟踪任务进度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组织代码评审会议 (7/9 19:30-21:30)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组织Bug评审与修复排期会议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协调全员联调，确保演示流程完整可用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验收修复结果，组织模拟答辩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112471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389120"/>
            <a:ext cx="73152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关键会议决议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P1级安全漏洞 (4条) 7月10日08:00前完成修复并通过安全测试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P2级功能缺陷 (9条) 7月10日14:00前完成修复，确保核心业务完整性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P3级边界问题 (14条) 7月10日18:00前完成，P4级 (3条) 灵活安排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所有修复代码须经至少一名团队成员 Code Review 后合并到 main 分支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张雨彤  |  产品经理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需求分析与产品管理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 · 功能设计 · Bug台账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7432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需求分析与产品管理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074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两大角色：普通用户(考生/家长) + 管理员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三层架构：前台访问层 + 后台管理层 + 数据库层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权限隔离：用户表与管理员表分离，禁止跨角色登录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核心功能：登录注册、成绩录入、院校浏览、估分推荐、志愿填报、风险预警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5778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371600"/>
            <a:ext cx="54864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813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产品设计与文档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166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功能模块说明书：8大功能模块、35个子功能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功能优先级排序：P0(必须) → P1(重要) → P2(可选)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原型快速出图，指导前后端开发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Bug台账管理：30条Bug全流程跟踪(10列)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八大功能模块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389120"/>
            <a:ext cx="54864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认证模块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登录/注册/JWT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438912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438912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高校信息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浏览/搜索/推荐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4389120"/>
            <a:ext cx="54864" cy="868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专业信息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列表/详情/管理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438912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098280" y="438912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923544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成绩录入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35440" y="4800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录入/历史/最新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4406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5440680"/>
            <a:ext cx="54864" cy="8686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志愿填报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5852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增删改/重排/提交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37560" y="54406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37560" y="544068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风险预警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74720" y="5852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冲稳保/倒挂检测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4406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5440680"/>
            <a:ext cx="54864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填报技巧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55080" y="5852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文章浏览/管理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98280" y="54406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98280" y="5440680"/>
            <a:ext cx="54864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9235440" y="5532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留言板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35440" y="5852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发布/查看/管理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风险预警模块设计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4846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五维风险检测体系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074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维度一：志愿数量 — 少于6个预警，0个提示先添加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维度二：冲稳保比例 — 冲刺约20% / 稳妥约40% / 保底约40%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无冲刺 → 建议适当增加冲刺志愿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无稳妥 → 志愿梯度不合理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无保底 → 存在滑档风险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保底&lt;20% → 建议提高到30-40%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冲刺&gt;50% → 请合理控制风险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维度三：重复院校 — 检测相同university_id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维度四：分数倒挂 — 高分院校排在低分院校后面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维度五：成绩缺失 — 未录入成绩无法进行冲稳保分析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5778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371600"/>
            <a:ext cx="54864" cy="2286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813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估分推荐算法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166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调用存储过程 sp_search_university_by_score(分数)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查询区间：[分数-50, 分数+20]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分数差 = 用户分数 - 高校最低录取分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差值&gt;=30 → 保底 | 0&lt;=差值&lt;30 → 稳妥 | 差值&lt;0 → 冲刺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冲刺 → 稳妥 → 保底 顺序返回推荐列表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5778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840480"/>
            <a:ext cx="54864" cy="2377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9502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志愿生命周期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[空状态] → 添加志愿 → [草稿 draft]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修改/重排 → [草稿 draft]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提交志愿 → [已提交 submitted]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撤销提交 → [草稿 draft] (可继续修改)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规则：优先级唯一、只有draft可修改、submitted仅可撤销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彭超  |  后端开发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后端开发与API设计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7大路由模块 · 安全加固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7432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后端架构与API设计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七大API路由模块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路由文件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API路径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功能描述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端点数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/api/auth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用户登录/注册、管理员登录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university.py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/api/university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高校CRUD、搜索、推荐、录取数据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major.py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/api/major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专业CRUD、按高校筛选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score.py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/api/score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成绩录入、历史、最新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application.py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/api/application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志愿CRUD、重排、提交/撤销、风险预警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/api/skill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填报技巧CRUD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/api/message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留言发布、列表、删除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303520"/>
            <a:ext cx="54864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5303520"/>
            <a:ext cx="54864" cy="1188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41324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技术实现亮点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58064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FastAPI异步架构 + SQLAlchemy asyncio + aiomysql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JWT认证 (python-jose) + get_current_user/require_admin依赖注入</a:t>
            </a:r>
            <a:endParaRPr lang="en-US" sz="1200" dirty="0"/>
          </a:p>
        </p:txBody>
      </p:sp>
      <p:sp>
        <p:nvSpPr>
          <p:cNvPr id="7" name="Shape 9"/>
          <p:cNvSpPr/>
          <p:nvPr/>
        </p:nvSpPr>
        <p:spPr>
          <a:xfrm>
            <a:off x="6126480" y="5303520"/>
            <a:ext cx="5577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53035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541324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安全加固措施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58064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passlib[bcrypt]密码哈希 + 环境变量管理密钥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ORM参数化查询 + 输入校验 + CORS收紧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安全加固与Bug修复 (22条)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严重安全漏洞修复 (4条)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认证-001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737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密码明文存储 → passlib+bcrypt哈希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pwd_context.hash() / verify()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1247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认证-002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377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JWT密钥硬编码 → 环境变量读取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os.environ.get('SECRET_KEY')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17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高校-003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0175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SQL注入风险 → 参数化查询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3017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SQLAlchemy bindparam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65760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认证-004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6576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管理员密码明文 → 同步哈希处理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admin表同步bcrypt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功能缺陷修复 (9条)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54864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93776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07492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志愿添加/修改未校验高校存在性 → 增加外键校验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风险预警仅检查draft → 扩展到submitted状态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批量重排N+1查询 → CASE WHEN批量UPDATE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高校列表无分页 → 增加分页参数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4937760"/>
            <a:ext cx="55778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4937760"/>
            <a:ext cx="54864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04748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边界规范修复 (9条)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55080" y="544068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year默认值2025→动态当前年份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priority范围校验、分数上限校验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CORS收紧、配置环境变量化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留言长度限制、删除校验、部分更新支持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方禹程  |  前端开发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前端开发与交互设计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· React 19 · Tailwind CSS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7432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前端架构与页面设计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4846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页面路由体系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074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/select — 角色选择 (用户/管理员)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/user-login — 用户登录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/user-register — 用户注册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/admin-login — 管理员登录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/home — 首页概览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/university — 高校列表 (省份筛选/关键词搜索)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/university/[id] — 高校详情 (含专业/录取数据)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/recommend — 估分选大学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/score — 成绩录入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/application — 志愿填报 (拖拽排序)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/risk — 风险预警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/skill — 填报技巧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/message — 留言板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/admin/* — 管理后台 (高校/专业/技巧/留言管理)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5778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371600"/>
            <a:ext cx="54864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813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UI组件库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166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通用组件：Button、Input、Select、Dialog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特色组件：GlassCard (毛玻璃)、Badge (标签)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布局组件：Header (顶部导航)、Sidebar (侧边栏)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图标库：Lucide React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5778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840480"/>
            <a:ext cx="54864" cy="2377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95020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状态管理与API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轻量状态管理 (authStore)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Token持久化：localStorage存储JWT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API封装：lib/api.ts 统一请求拦截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401处理：Token过期自动跳转登录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rewrites代理 /api/* → localhost:8000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前端Bug修复与优化 (4条)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前端API-016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463040"/>
            <a:ext cx="4572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前端API请求缺少403错误拦截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修复方案：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在api.ts中增加403状态码拦截，普通用户访问管理接口时提示"权限不足"而非通用错误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前端路由-017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2697480"/>
            <a:ext cx="4572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前端路由缺少权限守卫 (Route Guard)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修复方案：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实现路由守卫中间件，普通用户直接输入URL(/admin)时重定向到首页，防止页面布局泄露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40480"/>
            <a:ext cx="73152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前端页面-018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08960" y="3931920"/>
            <a:ext cx="4572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297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select页面已登录用户点击按钮逻辑有误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修复方案：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修改跳转逻辑，根据按钮身份(用户/管理员)跳转而非当前role，避免管理员点"用户"仍跳admin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5074920"/>
            <a:ext cx="73152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前端配置-030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08960" y="5166360"/>
            <a:ext cx="4572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3108960" y="5166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5532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next.config.ts代理配置未确认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0" y="5532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修复方案：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5532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确认rewrites代理 /api/* → http://localhost:8000/api 配置正确，前后端联调正常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鲁瑜  |  数据库设计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数据库设计与优化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· 10表结构 · 存储过程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7432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数据库表结构设计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1945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63040"/>
            <a:ext cx="3200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管理员表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admin_id, password, created_at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128016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280160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834640" y="1463040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194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password, nickname, created_at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28016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280160"/>
            <a:ext cx="21945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66360" y="1463040"/>
            <a:ext cx="32004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高校信息表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194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ranking, min_score, province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128016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60920" y="1280160"/>
            <a:ext cx="21945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146304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095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major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专业信息表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2194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description, university_id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92640" y="128016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92640" y="1280160"/>
            <a:ext cx="2194560" cy="54864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6" name="Shape 34"/>
          <p:cNvSpPr/>
          <p:nvPr/>
        </p:nvSpPr>
        <p:spPr>
          <a:xfrm>
            <a:off x="9829800" y="1463040"/>
            <a:ext cx="32004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7" name="Text 35"/>
          <p:cNvSpPr/>
          <p:nvPr/>
        </p:nvSpPr>
        <p:spPr>
          <a:xfrm>
            <a:off x="98298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24128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8298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填报技巧表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29800" y="21945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title, content, publisher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47472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474720"/>
            <a:ext cx="21945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Shape 41"/>
          <p:cNvSpPr/>
          <p:nvPr/>
        </p:nvSpPr>
        <p:spPr>
          <a:xfrm>
            <a:off x="502920" y="365760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440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292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留言板表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4389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content, created_at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97480" y="347472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697480" y="3474720"/>
            <a:ext cx="219456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2834640" y="3657600"/>
            <a:ext cx="3200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28346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24612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83464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用户成绩表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834640" y="4389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score, rank, year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347472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029200" y="3474720"/>
            <a:ext cx="21945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5166360" y="3657600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8" name="Text 56"/>
          <p:cNvSpPr/>
          <p:nvPr/>
        </p:nvSpPr>
        <p:spPr>
          <a:xfrm>
            <a:off x="516636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57784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admission_data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16636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历年录取数据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166360" y="4389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university_id, year, min_score, min_rank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360920" y="347472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360920" y="3474720"/>
            <a:ext cx="21945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4" name="Shape 62"/>
          <p:cNvSpPr/>
          <p:nvPr/>
        </p:nvSpPr>
        <p:spPr>
          <a:xfrm>
            <a:off x="7498080" y="3657600"/>
            <a:ext cx="32004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5" name="Text 63"/>
          <p:cNvSpPr/>
          <p:nvPr/>
        </p:nvSpPr>
        <p:spPr>
          <a:xfrm>
            <a:off x="749808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90956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49808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志愿填报表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498080" y="4389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university_id, priority, status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692640" y="347472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692640" y="3474720"/>
            <a:ext cx="21945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Shape 69"/>
          <p:cNvSpPr/>
          <p:nvPr/>
        </p:nvSpPr>
        <p:spPr>
          <a:xfrm>
            <a:off x="9829800" y="365760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98298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02412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view_history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82980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浏览记录表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829800" y="4389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university_id, viewed_at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存储过程与数据库优化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存储过程设计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5074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sp_search_university_by_score(score)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功能：根据用户高考分数推荐匹配高校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查询区间：[score-50, score+20]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返回字段：高校ID、名称、排名、最低分、省份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应用场景：估分推荐大学功能的核心查询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5778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371600"/>
            <a:ext cx="54864" cy="2560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8132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视图设计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166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v_university_major (高校-专业联表视图)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 university + major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字段：uni_id, uni_name, ranking, uni_description,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min_score, province, major_id, major_name,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major_description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用途：前端高校详情页一次查询获取全部信息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数据库Bug修复 (3条)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66344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高校-007 (P2)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删除高校未级联删除录取数据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4663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admission_data外键增加 ON DELETE CASCADE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53035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03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高校-009 (P2)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5303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存储过程查询范围过窄 [score-50, score+20]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5303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扩大查询区间，高分段增加上限，低分段调整下限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59436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943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数据库-022 (P4)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5943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用户ID类型 nchar(10) 与 VARCHAR(20) 不一致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5943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统一为 VARCHAR(20)，以代码实现为准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Bug修复总结 (共30条)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Bug严重程度分布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0" y="182880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严重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6112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安全漏洞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2514600"/>
            <a:ext cx="5486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25146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功能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96112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功能缺陷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3200400"/>
            <a:ext cx="5486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3200400"/>
            <a:ext cx="54864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边界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46720" y="3200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条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9611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代码规范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17920" y="3886200"/>
            <a:ext cx="54864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0" y="3886200"/>
            <a:ext cx="54864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文档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4672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条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96112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需求不一致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11480" y="5150031"/>
            <a:ext cx="112471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5156345"/>
            <a:ext cx="73152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修复排期计划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31520" y="5564777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 安全加固 (7/9 20:30 - 7/10 08:00)：P1全部修复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1520" y="583387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 功能完善 (7/10 08:00-14:00)：P1+P2修复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" y="6089904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 体验优化 (7/10 14:00-18:00)：P2前端+P3边界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31520" y="6345936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阶段四 联调验收 (7/10 18:00-7/11 18:00)：全员联调+回归测试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项目亮点与总结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安全加固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从明文密码到bcrypt哈希、从硬编码到环境变量、从SQL拼接到参数化查询，全面修复4条P1级安全漏洞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智能推荐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存储过程驱动的估分推荐算法，基于分数差自动分类冲刺/稳妥/保底三档院校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74904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风险预警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五维风险检测体系（数量/比例/重复/倒挂/成绩），为志愿填报提供全方位安全检查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474720"/>
            <a:ext cx="5394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37490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0664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全栈开发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92240" y="4572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3天MVP冲刺，Next.js 15 + FastAPI + MySQL 8.0，35个API端点，14个前端页面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代码仓库：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gitee.com/peng-chao2005/gaokao-helper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技术栈：Next.js 15 + FastAPI + MySQL 8.0  |  团队：你说的都队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201168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828800" y="33832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Listening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0" y="4114800"/>
            <a:ext cx="21031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你说的都队  |  2026年7月12日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欢迎各位老师提问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1811</Words>
  <Application>Microsoft Office PowerPoint</Application>
  <PresentationFormat>宽屏</PresentationFormat>
  <Paragraphs>420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高考志愿辅助填报系统 - 答辩PPT</dc:title>
  <dc:subject>PptxGenJS Presentation</dc:subject>
  <dc:creator>你说的都队</dc:creator>
  <cp:lastModifiedBy>瑜 鲁</cp:lastModifiedBy>
  <cp:revision>1</cp:revision>
  <dcterms:created xsi:type="dcterms:W3CDTF">2026-07-11T07:33:44Z</dcterms:created>
  <dcterms:modified xsi:type="dcterms:W3CDTF">2026-07-11T07:43:02Z</dcterms:modified>
</cp:coreProperties>
</file>